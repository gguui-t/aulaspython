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47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3840480" cy="384048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PYTHON PARA ANÁLISE DE DADOS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Prático: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Integrando 4 Fontes de Dados com Pandas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•  TXT  •  PostgreSQL  •  </a:t>
            </a:r>
            <a:r>
              <a:rPr lang="en-US" sz="1600" dirty="0" err="1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Atendimento ao cidadão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icons/m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4952390"/>
            <a:ext cx="427939" cy="42793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4892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 →  Limpeza  →  Mesclagem  →  Visualização (matplotlib)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PRATICAR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do exercício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vai reproduzir, com dados fictícios de uma prefeitura, o mesmo fluxo de </a:t>
            </a:r>
            <a:r>
              <a:rPr lang="en-US" sz="1500" dirty="0" err="1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sz="15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5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</a:t>
            </a:r>
            <a:r>
              <a:rPr lang="en-US" sz="15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5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aula: ler dados de fontes diferentes com pandas, uni-los e transformá-los em gráficos que contam uma história.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325526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— </a:t>
            </a: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fontes diferentes: CSV, TXT, PostgreSQL e </a:t>
            </a:r>
            <a:r>
              <a:rPr lang="en-US" sz="1350" dirty="0" err="1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375818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— </a:t>
            </a: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as tabelas usando colunas em comum (merge)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426110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— </a:t>
            </a: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perguntas de negócio com pandas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476402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— </a:t>
            </a: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4 gráficos com matplotlib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0" y="160020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86384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249" y="2036369"/>
            <a:ext cx="499262" cy="49926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86384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esse exercício importa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63840" y="329184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setor público, os dados quase nunca vivem em um só sistema: cadastro de cidadãos, protocolo de solicitações e financeiro costumam estar em bases separadas. Saber uni-los é essencial para gerar relatórios de gestão confiáveis.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DO EXERCÍCIO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à CidadeConecta 🏛️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CidadeConecta é a prefeitura fictícia de uma cidade média. Como em qualquer órgão público real, os dados não vivem em um único lugar: cada secretaria guarda suas informações de um jeito diferente. Seu trabalho é reunir essas peças espalhadas.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577340" y="3200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icons/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49" y="327080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4023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de cidadãos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466344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exportado em planilha, formato CSV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288036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347972" y="3200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icons/t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327080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4023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Solicitações abertas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75304" y="466344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 pelo sistema de protocolo, em TXT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1344" y="288036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7118604" y="3200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icons/postg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013" y="3270809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4023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Departamentos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45936" y="466344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vivem em um banco PostgreSQL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51976" y="288036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9889236" y="3200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icons/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9645" y="3270809"/>
            <a:ext cx="499262" cy="4992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568" y="4023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Atendimentos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16568" y="466344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guardados em um banco SQL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papel: reunir essas 4 fontes com pandas e transformar os dados soltos em respostas para a gestão da prefeitura.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BASES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peça em cada lugar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A4D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icons/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62" y="2119762"/>
            <a:ext cx="442204" cy="442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404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cidadaos.csv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dos cidadãos atendidos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A4D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355080" y="20574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icons/t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442" y="2119762"/>
            <a:ext cx="442204" cy="4422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32320" y="2404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solicitacoes.txt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55080" y="3017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abertas pelos cidadãos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A4D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914400" y="42976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icons/postg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62" y="4360042"/>
            <a:ext cx="442204" cy="4422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279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91640" y="4645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5257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Secretarias responsáveis pelo atendimento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80760" y="40233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A4D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6355080" y="42976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icons/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7442" y="4360042"/>
            <a:ext cx="442204" cy="4422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32320" y="4279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132320" y="4645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55080" y="5257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cada solicitação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 DE 4  •  CSV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86968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icons/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042" y="565282"/>
            <a:ext cx="442204" cy="4422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1 — Cidadãos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cidadaos.csv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CSV simples com o cadastro de quem já abriu alguma solicitação na CidadeConecta.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694944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id_cidadao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 do cidadão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completo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bairro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Bairro onde mora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cidade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 de residência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data_cadastro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de criação do cadastro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63840" y="2834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311353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32520" y="30906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ela se conecta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138160" y="3657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id_cidadao é a chave que liga essa tabela à base de Solicitações (TXT).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 DE 4  •  TXT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86968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icons/t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042" y="565282"/>
            <a:ext cx="442204" cy="4422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2 — Solicitações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solicitacoes.txt (separado por ';')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de texto exportado pelo sistema de protocolo, com cada solicitação aberta por um cidadão.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694944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id_solicitacao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 da solicitação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id_cidadao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abriu a solicitação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id_departamento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Secretaria responsável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tipo_solicitacao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Reparo, reclamação, pedido de serviço...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data_solicitacao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em que foi aberta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63840" y="2834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311353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32520" y="30906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ela se conecta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138160" y="3657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id_cidadao conecta com Cidadãos (CSV). id_departamento conecta com Departamentos (PostgreSQL). id_solicitacao conecta com </a:t>
            </a:r>
            <a:r>
              <a:rPr lang="en-US" sz="1200" dirty="0" err="1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</a:t>
            </a: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3 DE 4  •  POSTGRESQL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86968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icons/postg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042" y="565282"/>
            <a:ext cx="442204" cy="4422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3 — Departamentos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departamentos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secretarias da prefeitura, vivendo em um banco PostgreSQL — como aconteceria em um órgão público real.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694944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id_departamento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 do departamento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nome_departamento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da secretaria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area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de atuação (ex: Saúde, Obras)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responsavel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do secretário(a) responsável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orcamento_mensal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Orçamento mensal disponível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63840" y="2834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311353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32520" y="30906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ela se conecta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138160" y="3657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id_departamento é a chave que liga essa tabela à base de Solicitações (TXT).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4 DE 4  •  SQL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86968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icons/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042" y="565282"/>
            <a:ext cx="442204" cy="4422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4 — Atendimentos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atendimentos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atendimento de cada solicitação, guardados em um banco SQL (MySQL, SQLite ou similar).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694944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id_atendimento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 do atendimento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id_solicitacao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Solicitação à qual o atendimento se refere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Concluído, em andamento ou pendente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data_atendimento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em que foi atendida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tempo_resposta_dias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 entre abertura e atendimento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2834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311353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32520" y="30906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ela se conecta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138160" y="3657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id_solicitacao é a chave que liga essa tabela à base de Solicitações (TXT), fechando a cadeia de relações.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ELO ENTRE AS BASES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4 bases se conectam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301752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0A4D5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3127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Cidadãos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493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767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id_cidadao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301752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0A4D5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520440" y="3127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Solicitações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3493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3767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id_solicitacao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301752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0A4D5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55080" y="3127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Departamentos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3493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767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id_departamento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0440" y="475488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0A4D5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520440" y="4864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Atendimentos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5230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5504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id_solicitacao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3543300"/>
            <a:ext cx="54864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06440" y="3543300"/>
            <a:ext cx="54864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663440" y="4069080"/>
            <a:ext cx="0" cy="68580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é o elo central: ela referencia cidadãos e departamentos, e é referenciada por atendimentos. É por meio dessas chaves que você vai unir (merge) as 4 bases em pandas.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DO EXERCÍCIO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Leitura, limpeza e mesclagem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733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Leia as 4 bases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pd.read_csv, pd.read_sql (via SQLAlchemy) e ajuste separadores e tipos de dados onde precisar.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Confira e limpe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09067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nulos, tipos de coluna e nomes duplicados antes de unir qualquer coisa.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764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as bases (merge)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4223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Cruze cidadãos + solicitações + departamentos + atendimentos usando as chaves em comum (merge / join).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280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Crie uma tabela única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19379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deve ser um único DataFrame com uma linha por solicitação, pronto para análise.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691640"/>
            <a:ext cx="4572000" cy="4434840"/>
          </a:xfrm>
          <a:prstGeom prst="roundRect">
            <a:avLst>
              <a:gd name="adj" fmla="val 2474"/>
            </a:avLst>
          </a:prstGeom>
          <a:solidFill>
            <a:srgbClr val="013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269480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0" descr="icons/m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0" y="2072030"/>
            <a:ext cx="427939" cy="42793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69480" y="2697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que sua tabela final deve responder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269480" y="3429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3524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departamentos recebem mais solicitações?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269480" y="40050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635240" y="4005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bairros mais abrem solicitações?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269480" y="45811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635240" y="45811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solicitações evoluem mês a mês?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269480" y="51572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35240" y="51572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status predominante dos atendimentos?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DO EXERCÍCIO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gráficos obrigatórios, com matplotlib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gráfico deve ter título, rótulos nos eixos e responder a uma pergunta específica da tabela final.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barras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7490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solicitações por departamento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56235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21488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703320" y="24231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70332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588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linha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5888" y="37490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de solicitações ao longo dos meses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75888" y="56235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537960" y="24231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53796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052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pizza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0528" y="37490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status dos atendimentos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0528" y="56235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plt.pie()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0" y="214884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372600" y="242316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37260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4516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horizontais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45168" y="37490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bairros com mais solicitações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45168" y="56235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plt.barh()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deve entregar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25" y="1733885"/>
            <a:ext cx="299557" cy="2995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3677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arquivos/bases de origem (ou o script que os gera)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500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25" y="2392253"/>
            <a:ext cx="299557" cy="2995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9514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script Python (.py ou .ipynb) comentado, do início ao fim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0083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25" y="3050621"/>
            <a:ext cx="299557" cy="2995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9535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final, já unida (merge das 4 bases)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366674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25" y="3708989"/>
            <a:ext cx="299557" cy="2995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6118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gráficos em matplotlib, cada um com título e eixos legíveis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432511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25" y="4367357"/>
            <a:ext cx="299557" cy="29955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2702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parágrafo curto: o que os gráficos revelam sobre a CidadeConecta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7589520" y="169164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013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3"/>
          <p:cNvSpPr/>
          <p:nvPr/>
        </p:nvSpPr>
        <p:spPr>
          <a:xfrm>
            <a:off x="7909560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5" descr="icons/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910" y="2072030"/>
            <a:ext cx="427939" cy="42793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90956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será avaliado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09560" y="3246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 </a:t>
            </a:r>
            <a:r>
              <a:rPr lang="en-US" sz="12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bases foram lidas e unidas corretamente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7909560" y="38862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 </a:t>
            </a:r>
            <a:r>
              <a:rPr lang="en-US" sz="12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 comentado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909560" y="45262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 </a:t>
            </a:r>
            <a:r>
              <a:rPr lang="en-US" sz="12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legíveis, com título e eixos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7909560" y="51663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 </a:t>
            </a:r>
            <a:r>
              <a:rPr lang="en-US" sz="12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coerente com os dados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PARA COMEÇAR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(e deve) usar uma IA para gerar as bases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sair caçando dados prontos. Use uma IA de sua escolha para gerar as 4 bases fictícias da CidadeConecta com 50 a 60 registros cada, seguindo as colunas que vimos nos slides anteriores.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013A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60120" y="2880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icons/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41" y="2935681"/>
            <a:ext cx="392278" cy="392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Sugestão de prompt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</a:t>
            </a:r>
            <a:r>
              <a:rPr lang="en-US" sz="1150" i="1" dirty="0" err="1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sugestão</a:t>
            </a:r>
            <a:r>
              <a:rPr lang="en-US" sz="1150" i="1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prompt! Use </a:t>
            </a:r>
            <a:r>
              <a:rPr lang="en-US" sz="1150" i="1" dirty="0" err="1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r>
              <a:rPr lang="en-US" sz="1150" i="1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 </a:t>
            </a:r>
            <a:r>
              <a:rPr lang="en-US" sz="1150" i="1" dirty="0" err="1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</a:t>
            </a:r>
            <a:r>
              <a:rPr lang="en-US" sz="1150" i="1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i="1" dirty="0" err="1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poder</a:t>
            </a:r>
            <a:r>
              <a:rPr lang="en-US" sz="1150" i="1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1150" i="1" dirty="0" err="1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expressão</a:t>
            </a:r>
            <a:r>
              <a:rPr lang="en-US" sz="1150" i="1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r>
              <a:rPr lang="en-US" sz="1150" i="1" dirty="0" err="1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seja</a:t>
            </a:r>
            <a:r>
              <a:rPr lang="en-US" sz="1150" i="1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OBJETIVO!!</a:t>
            </a:r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é só seguir o mesmo caminho que fizemos juntos: ler, unir e visualizar com pandas + matplotlib.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00A896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Mãos à obra!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dúvida sobre as bases, as conexões entre elas ou os gráficos, traga para a próxima aula.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1238</Words>
  <Application>Microsoft Office PowerPoint</Application>
  <PresentationFormat>Widescreen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Debora Paixao</cp:lastModifiedBy>
  <cp:revision>3</cp:revision>
  <dcterms:created xsi:type="dcterms:W3CDTF">2026-09-09T15:38:13Z</dcterms:created>
  <dcterms:modified xsi:type="dcterms:W3CDTF">2026-09-09T17:53:47Z</dcterms:modified>
</cp:coreProperties>
</file>